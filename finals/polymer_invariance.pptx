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9"/>
  </p:normalViewPr>
  <p:slideViewPr>
    <p:cSldViewPr snapToGrid="0">
      <p:cViewPr varScale="1">
        <p:scale>
          <a:sx n="100" d="100"/>
          <a:sy n="100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5824-8BA2-B8D7-1A5D-EDAC74F70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70046-EEB9-8ACE-48AB-E8F115C6B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D87BA-18DD-F895-8D68-6A2E0021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5E343-21A7-2FBB-CF86-C7DC7A58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32315-D521-F94D-7AA9-75B96168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2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EC40-492C-5F10-B933-8BB0D5DD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8FCE-652A-AFA2-656C-BC3A8E48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0955E-CE55-F933-9D53-0F6DA526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90715-2620-88E9-A31C-22BE4336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E89D-8737-5BF8-D24E-C5ACE857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2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38D1-0C5D-B62A-F652-04D9DFAA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90BC8-F200-2D66-4FB2-F6ED57451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40505-6004-C17C-FC69-866AF279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51FD7-683A-8AB6-7A8C-D2DC173B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F866-F4BA-CB4A-756F-8675D8BE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4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8E30-FC1C-8128-344A-86C70D00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0F12F-E6CB-8D66-93DC-7AC04C455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D75F4-D234-BB5E-B29D-E57F45936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448B7-980E-987B-161E-B9CFC814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5253D-2235-160E-E69D-8BB36B52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A82A0-0372-CA20-51FA-CBC52288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5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7826-E5C0-612B-7CB1-EFE1C2A2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0B40-ABAE-C58C-6413-D742BF80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3CE2E-DA23-5510-7D16-D666B5A8C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C2448-709D-CFB2-F4E7-A96F3BAF0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936CB-E942-8C18-FF3F-45242B3D8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0BC11-E4DE-6AD3-F647-76AEB6D1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767D6-5BF6-C2E8-CC84-7FCF1691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25124-27B2-E097-23CB-DD5A3AE4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1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CDCB-D4B0-8DA9-A206-A427651F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C51DC-6234-C053-E79A-ECC9B97E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D2277-3BBC-BAFB-FBCC-E2AA377D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C077D-8D63-1113-CEBD-DDE61743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8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9CAEA-0F08-F2C4-4EA0-53AD33FD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383E0-F0EC-9FF7-58A1-441C8A2A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27E0C-E8AF-2E85-8E21-615E32C2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1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17BF-F5C9-599D-4F1E-F72D7943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736A2-0FDE-2B49-2F93-8BC6560F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DAEF7-BC84-AA24-4056-CB618B5A9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F5FF5-30D9-B53D-469F-59374DAD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27EE1-97A3-3E49-110E-23D4F3CC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49B9F-49D8-0EA6-267B-081F597F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5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CB3F-9F06-D275-5CD1-09436D8A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12CF75-F471-8D36-6D03-0CD1B9C72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6F8BD-C64D-7F20-0209-8C79AB5BB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A7265-EA6B-1EE5-6603-118F120B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DFAE2-A4AF-F69F-29A2-1F8BE8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5BEE3-047B-8736-F19D-86107FA0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1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7D1A-DFA8-CB2B-94D5-69A59481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59062-35A5-499C-6610-D2638675E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D47B-26C3-0E55-D655-01372E2F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0331C-2416-3B8A-46B3-E0C844D5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51838-1DC9-45D3-6086-DCAD3C24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83C57-CC9F-A289-87B4-F657DE7A8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6D75-96B9-3977-5C5E-715F5A8B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E921B-8FED-4E41-A599-1E31CBC8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A8FA4-ADD5-9C75-22F6-C1AC0684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23CE1-15B7-B601-5C5E-CA23838B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6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B0519-553C-3866-4624-5CA6CB6F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832F9-AAE9-E3EA-7297-4AEA14F8E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2C09C-036A-C31E-1CCA-4EF065A81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0A302-B1C1-1D43-999B-634EBB58B24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2BA5-0524-BD12-2852-C8BBEA476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A63F6-64D4-611A-AEEF-90D93F64D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8B047-8114-8D44-A44B-56DAB7123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4E38-5B99-F809-3E70-99FD920B7C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Polymer SMILES invariance</a:t>
            </a:r>
          </a:p>
        </p:txBody>
      </p:sp>
    </p:spTree>
    <p:extLst>
      <p:ext uri="{BB962C8B-B14F-4D97-AF65-F5344CB8AC3E}">
        <p14:creationId xmlns:p14="http://schemas.microsoft.com/office/powerpoint/2010/main" val="4194293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C95645B-37F7-ED5F-5BA5-AC014ACF405C}"/>
              </a:ext>
            </a:extLst>
          </p:cNvPr>
          <p:cNvSpPr/>
          <p:nvPr/>
        </p:nvSpPr>
        <p:spPr>
          <a:xfrm>
            <a:off x="2491154" y="1535724"/>
            <a:ext cx="7033846" cy="2432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AD62D-59F3-BCE6-1519-416DEBC6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91"/>
            <a:ext cx="10515600" cy="82544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Translational invariance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2B0CC-2098-50B6-0446-6158E537697E}"/>
              </a:ext>
            </a:extLst>
          </p:cNvPr>
          <p:cNvSpPr txBox="1"/>
          <p:nvPr/>
        </p:nvSpPr>
        <p:spPr>
          <a:xfrm>
            <a:off x="6605953" y="2058353"/>
            <a:ext cx="2919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[*]C1=CC=C(</a:t>
            </a:r>
            <a:r>
              <a:rPr lang="en-US" dirty="0" err="1"/>
              <a:t>CCCl</a:t>
            </a:r>
            <a:r>
              <a:rPr lang="en-US" dirty="0"/>
              <a:t>)C=C1[*]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F27F2-BFCC-6C8B-261F-282B362B6A44}"/>
              </a:ext>
            </a:extLst>
          </p:cNvPr>
          <p:cNvSpPr txBox="1"/>
          <p:nvPr/>
        </p:nvSpPr>
        <p:spPr>
          <a:xfrm>
            <a:off x="6605954" y="2593706"/>
            <a:ext cx="2919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[*]C1=CC=C(C=C1[*])</a:t>
            </a:r>
            <a:r>
              <a:rPr lang="en-US" dirty="0" err="1"/>
              <a:t>CCCl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CA284F-D7C3-78ED-9A00-9240D511F0C3}"/>
              </a:ext>
            </a:extLst>
          </p:cNvPr>
          <p:cNvSpPr txBox="1"/>
          <p:nvPr/>
        </p:nvSpPr>
        <p:spPr>
          <a:xfrm>
            <a:off x="6550268" y="3143742"/>
            <a:ext cx="303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[*]C1=C(C=C(</a:t>
            </a:r>
            <a:r>
              <a:rPr lang="en-US" dirty="0" err="1"/>
              <a:t>CCCl</a:t>
            </a:r>
            <a:r>
              <a:rPr lang="en-US" dirty="0"/>
              <a:t>)C=C1)[*]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B456C2-EA69-C1DD-EDB5-B1F309DC5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92" y="1997838"/>
            <a:ext cx="2392478" cy="151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6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AE95686-5AC7-80E8-6D7F-7BCA0F78E06A}"/>
              </a:ext>
            </a:extLst>
          </p:cNvPr>
          <p:cNvSpPr/>
          <p:nvPr/>
        </p:nvSpPr>
        <p:spPr>
          <a:xfrm>
            <a:off x="1500554" y="1348154"/>
            <a:ext cx="6236677" cy="3786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E817E-C27C-1DDA-D983-6D99EFE8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302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Oligomer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D9529-3776-1D99-F9BB-172CDE37C87B}"/>
              </a:ext>
            </a:extLst>
          </p:cNvPr>
          <p:cNvSpPr txBox="1"/>
          <p:nvPr/>
        </p:nvSpPr>
        <p:spPr>
          <a:xfrm>
            <a:off x="3809999" y="1574902"/>
            <a:ext cx="3411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*CC(Cl)*  - Monomer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9D9D4-D4BD-0654-36F2-1114077E80E9}"/>
              </a:ext>
            </a:extLst>
          </p:cNvPr>
          <p:cNvSpPr txBox="1"/>
          <p:nvPr/>
        </p:nvSpPr>
        <p:spPr>
          <a:xfrm>
            <a:off x="3809999" y="2938880"/>
            <a:ext cx="321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*CC(C)CC(C)* - Dimer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2478D-F300-0353-B3D5-8D105BC92461}"/>
              </a:ext>
            </a:extLst>
          </p:cNvPr>
          <p:cNvSpPr txBox="1"/>
          <p:nvPr/>
        </p:nvSpPr>
        <p:spPr>
          <a:xfrm>
            <a:off x="3809999" y="43028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*CC(Cl)CC(Cl)CC(Cl)* - Trimer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9E11CD-EAEF-451A-5442-F051BA863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85" y="1496619"/>
            <a:ext cx="965200" cy="774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B7FF46-72C2-6E20-0A01-EA7E783C2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85" y="4112874"/>
            <a:ext cx="1676400" cy="749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42C185-3018-3AC5-157C-CE9A2A71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185" y="2583796"/>
            <a:ext cx="1041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7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Polymer SMILES invariance</vt:lpstr>
      <vt:lpstr>Translational invariance</vt:lpstr>
      <vt:lpstr>Oligomer representation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Vijith -32955</dc:creator>
  <cp:lastModifiedBy>Vijith -32955</cp:lastModifiedBy>
  <cp:revision>1</cp:revision>
  <dcterms:created xsi:type="dcterms:W3CDTF">2026-08-27T06:38:31Z</dcterms:created>
  <dcterms:modified xsi:type="dcterms:W3CDTF">2026-08-27T07:08:49Z</dcterms:modified>
</cp:coreProperties>
</file>